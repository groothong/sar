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E019"/>
    <a:srgbClr val="FFFFFF"/>
    <a:srgbClr val="708090"/>
    <a:srgbClr val="F1C40F"/>
    <a:srgbClr val="2ECC71"/>
    <a:srgbClr val="25C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B834B-20E8-4A06-BD24-F7452D979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E92CAD-4C52-43F4-93DD-D55451B8D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44914-98B6-4463-8B7F-C2883A14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11F0F-5B39-4CF8-9D55-209A8C9D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306369-5506-49AC-AC6A-FD6F0F0F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53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0E2C5-8AAA-4853-BFC6-3249FD89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C7C83-4968-4BDC-BA48-5C8D0B19E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B4EA0-6494-4608-AEF5-EC4F6957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E8821-B4A3-416D-82EA-3749C77D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720FF0-2A52-4790-A1B0-F5E9979D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46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EECEA-FBAE-448B-B5C2-03DC4554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F665D4-282F-4FFC-A39B-8962C45C0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4CBAE-103A-4814-B657-2BC3347B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005B3-D7C8-4B68-8281-8A498FC4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C634A-B907-4616-A8B5-14599663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59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BDFD7-5D5E-46BD-A047-E7A723A8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F10FA-D174-414A-A3A0-3D7062484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D05608-C80B-436B-9517-12B8FF6CE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2EBF50-B596-405D-83C4-28903936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4AB6C1-DEAC-4416-96A9-09EDC003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EFDB14-AAF6-4ABD-8E34-843EE918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6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A67E9-2696-4964-9FC1-002AEF4D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CC0246-CC03-4D82-9302-ED4F486DF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1E49FA-C988-499E-B6BF-022AB0A21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F7838C-8D9A-4ABB-A2D9-70057066A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DF8A3F-CF01-41CA-AA63-732010F9B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B66A03-505B-4100-9B55-5916F6B91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DD8A47-2913-4A8C-8387-0BC2920FE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A36045-14C3-4E88-BE57-77B495AD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6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00C385-8D44-46C5-A44A-28411705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397D5D-D716-40D0-8DF6-D720BE62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CCDE0F-068C-4ED9-9207-DC6F25F4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026781-72DA-4000-A230-078492C2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73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EF08B6-DE3A-46B1-8ABE-71B1D34B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D17544-1894-4EC0-9A73-48AA557A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E0BC2F-8B15-4412-9C67-090437AC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11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52DFD-FEA4-434C-A8D7-90FF7231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EA8418-7371-456A-95A2-9D1C566CB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275B2F-7F38-4EE7-B684-ECDF7D877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390E49-0BBE-4219-A9C3-95F03622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551B9D-7A71-430F-B3D7-73AC963D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C067EC-0E14-4DF3-A620-E621855C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2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A645C-6DFD-44B2-B6E8-1D05837C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7792E1-F688-4771-99D6-91061C377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A77718-3A61-4432-AE45-DC393D7E5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0710EA-1046-4597-A2C9-483FC88F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191EBD-6228-4FB1-9C4E-BFF0122C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D8CACE-BF71-4647-B8D8-04EC8330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74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0B8F3-2525-4A3F-9CE8-5A0253AF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B4B2EE-7574-452B-9CE9-18FF18FAC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4B7B69-9422-422D-BC71-F0066512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86C9F-3065-421F-9927-2756F7B5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B92D6-6BC8-4C0E-B07E-5E675344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991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AFDEA2-CC08-485E-854C-10231A907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7142E7-990C-46D3-80DC-064699DFB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3136EA-3C2C-420E-ADB1-CDDB0AA2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E93135-E9B7-4F73-B3E1-AD579C6F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EB3B8-D810-46A9-B806-F221C403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45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98345E-34A2-421E-BEF4-0AB2A7A95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C8BAE1-F5D5-49EA-B2A8-2335D4E69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30D211-B7C1-4707-B728-3FE87E152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D782F-7A81-4379-A99B-82110F40B3AF}" type="datetimeFigureOut">
              <a:rPr lang="zh-CN" altLang="en-US" smtClean="0"/>
              <a:t>2020/6/28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CF9100-8107-4B36-808F-C6E88A705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8020B-6AF3-4544-BBB8-7C43BA623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5D816-10EB-4345-996C-E8EEFC469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45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1C7D94F-BEC7-42C6-867A-D7428F98B3D3}"/>
              </a:ext>
            </a:extLst>
          </p:cNvPr>
          <p:cNvSpPr/>
          <p:nvPr/>
        </p:nvSpPr>
        <p:spPr>
          <a:xfrm>
            <a:off x="5567019" y="3760199"/>
            <a:ext cx="2162508" cy="1661747"/>
          </a:xfrm>
          <a:prstGeom prst="rect">
            <a:avLst/>
          </a:prstGeom>
          <a:solidFill>
            <a:srgbClr val="7080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3185FA-7EB4-4CAF-A7B9-F9ED02B2A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7" y="388360"/>
            <a:ext cx="2171700" cy="5915025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ADEF7D7D-32E0-4349-8597-49BBF4DE74BE}"/>
              </a:ext>
            </a:extLst>
          </p:cNvPr>
          <p:cNvGrpSpPr/>
          <p:nvPr/>
        </p:nvGrpSpPr>
        <p:grpSpPr>
          <a:xfrm>
            <a:off x="3409527" y="1586482"/>
            <a:ext cx="4320000" cy="2160000"/>
            <a:chOff x="3407019" y="1600199"/>
            <a:chExt cx="4320000" cy="2160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EB4170E-35CA-4282-BC90-D5F7443070EA}"/>
                </a:ext>
              </a:extLst>
            </p:cNvPr>
            <p:cNvSpPr/>
            <p:nvPr/>
          </p:nvSpPr>
          <p:spPr>
            <a:xfrm>
              <a:off x="3407019" y="1600199"/>
              <a:ext cx="4320000" cy="2160000"/>
            </a:xfrm>
            <a:prstGeom prst="rect">
              <a:avLst/>
            </a:prstGeom>
            <a:solidFill>
              <a:srgbClr val="2ECC7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66A1CBB9-24D8-4483-96B7-31667D7487EC}"/>
                </a:ext>
              </a:extLst>
            </p:cNvPr>
            <p:cNvSpPr/>
            <p:nvPr/>
          </p:nvSpPr>
          <p:spPr>
            <a:xfrm rot="5400000">
              <a:off x="5151382" y="2308936"/>
              <a:ext cx="831273" cy="742528"/>
            </a:xfrm>
            <a:prstGeom prst="triangl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381CF22-93AB-4AE6-8506-C3E2C643EF62}"/>
              </a:ext>
            </a:extLst>
          </p:cNvPr>
          <p:cNvGrpSpPr/>
          <p:nvPr/>
        </p:nvGrpSpPr>
        <p:grpSpPr>
          <a:xfrm>
            <a:off x="3404510" y="3760199"/>
            <a:ext cx="2162508" cy="1661747"/>
            <a:chOff x="3404510" y="3760199"/>
            <a:chExt cx="2162508" cy="16617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E37F181-474E-4681-A9B9-3563E170DF46}"/>
                </a:ext>
              </a:extLst>
            </p:cNvPr>
            <p:cNvSpPr/>
            <p:nvPr/>
          </p:nvSpPr>
          <p:spPr>
            <a:xfrm>
              <a:off x="3404510" y="3760199"/>
              <a:ext cx="2162508" cy="1661747"/>
            </a:xfrm>
            <a:prstGeom prst="rect">
              <a:avLst/>
            </a:prstGeom>
            <a:solidFill>
              <a:srgbClr val="F1C40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箭头: 手杖形 13">
              <a:extLst>
                <a:ext uri="{FF2B5EF4-FFF2-40B4-BE49-F238E27FC236}">
                  <a16:creationId xmlns:a16="http://schemas.microsoft.com/office/drawing/2014/main" id="{F0028CE5-CB1C-4A4C-9806-60A0078AA870}"/>
                </a:ext>
              </a:extLst>
            </p:cNvPr>
            <p:cNvSpPr/>
            <p:nvPr/>
          </p:nvSpPr>
          <p:spPr>
            <a:xfrm rot="5400000">
              <a:off x="4042280" y="4152160"/>
              <a:ext cx="886968" cy="877824"/>
            </a:xfrm>
            <a:prstGeom prst="uturnArrow">
              <a:avLst>
                <a:gd name="adj1" fmla="val 25000"/>
                <a:gd name="adj2" fmla="val 25000"/>
                <a:gd name="adj3" fmla="val 23948"/>
                <a:gd name="adj4" fmla="val 43750"/>
                <a:gd name="adj5" fmla="val 75000"/>
              </a:avLst>
            </a:prstGeom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D06488AD-8630-4CCD-B020-AA4686D188CF}"/>
              </a:ext>
            </a:extLst>
          </p:cNvPr>
          <p:cNvSpPr/>
          <p:nvPr/>
        </p:nvSpPr>
        <p:spPr>
          <a:xfrm>
            <a:off x="6108273" y="4051072"/>
            <a:ext cx="1080000" cy="10800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号 17">
            <a:extLst>
              <a:ext uri="{FF2B5EF4-FFF2-40B4-BE49-F238E27FC236}">
                <a16:creationId xmlns:a16="http://schemas.microsoft.com/office/drawing/2014/main" id="{2C176ED5-7E0C-4851-A1E7-C819E8F05BE5}"/>
              </a:ext>
            </a:extLst>
          </p:cNvPr>
          <p:cNvSpPr/>
          <p:nvPr/>
        </p:nvSpPr>
        <p:spPr>
          <a:xfrm rot="5400000">
            <a:off x="6191073" y="4133872"/>
            <a:ext cx="914400" cy="914400"/>
          </a:xfrm>
          <a:prstGeom prst="mathEqual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300A9AA-B015-48B0-AC86-5AA2927FEBF1}"/>
              </a:ext>
            </a:extLst>
          </p:cNvPr>
          <p:cNvGrpSpPr/>
          <p:nvPr/>
        </p:nvGrpSpPr>
        <p:grpSpPr>
          <a:xfrm>
            <a:off x="5552569" y="3760199"/>
            <a:ext cx="2162508" cy="1661747"/>
            <a:chOff x="5552569" y="3760199"/>
            <a:chExt cx="2162508" cy="1661747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3070EF1-9AB2-4CE2-AD0B-84897D845FCC}"/>
                </a:ext>
              </a:extLst>
            </p:cNvPr>
            <p:cNvSpPr/>
            <p:nvPr/>
          </p:nvSpPr>
          <p:spPr>
            <a:xfrm>
              <a:off x="5552569" y="3760199"/>
              <a:ext cx="2162508" cy="1661747"/>
            </a:xfrm>
            <a:prstGeom prst="rect">
              <a:avLst/>
            </a:prstGeom>
            <a:solidFill>
              <a:srgbClr val="70809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2735DDA-5BD3-4BC0-8E4E-90FB0DF9450B}"/>
                </a:ext>
              </a:extLst>
            </p:cNvPr>
            <p:cNvSpPr/>
            <p:nvPr/>
          </p:nvSpPr>
          <p:spPr>
            <a:xfrm>
              <a:off x="6093823" y="4051072"/>
              <a:ext cx="1080000" cy="1080000"/>
            </a:xfrm>
            <a:prstGeom prst="ellipse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号 20">
              <a:extLst>
                <a:ext uri="{FF2B5EF4-FFF2-40B4-BE49-F238E27FC236}">
                  <a16:creationId xmlns:a16="http://schemas.microsoft.com/office/drawing/2014/main" id="{0805F792-BBFD-4F57-9107-2EEFE72FC70F}"/>
                </a:ext>
              </a:extLst>
            </p:cNvPr>
            <p:cNvSpPr/>
            <p:nvPr/>
          </p:nvSpPr>
          <p:spPr>
            <a:xfrm rot="5400000">
              <a:off x="6176623" y="4133872"/>
              <a:ext cx="914400" cy="914400"/>
            </a:xfrm>
            <a:prstGeom prst="mathEqual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椭圆 23">
            <a:extLst>
              <a:ext uri="{FF2B5EF4-FFF2-40B4-BE49-F238E27FC236}">
                <a16:creationId xmlns:a16="http://schemas.microsoft.com/office/drawing/2014/main" id="{0DF228C8-CE48-4CF3-818F-D4AF7750483E}"/>
              </a:ext>
            </a:extLst>
          </p:cNvPr>
          <p:cNvSpPr/>
          <p:nvPr/>
        </p:nvSpPr>
        <p:spPr>
          <a:xfrm>
            <a:off x="8931564" y="2666482"/>
            <a:ext cx="914400" cy="914400"/>
          </a:xfrm>
          <a:prstGeom prst="ellipse">
            <a:avLst/>
          </a:prstGeom>
          <a:solidFill>
            <a:srgbClr val="14E01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D9E592C-8F8E-4890-B57A-733D9B445CDB}"/>
              </a:ext>
            </a:extLst>
          </p:cNvPr>
          <p:cNvSpPr/>
          <p:nvPr/>
        </p:nvSpPr>
        <p:spPr>
          <a:xfrm>
            <a:off x="8926946" y="3927246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9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HONG Vito</dc:creator>
  <cp:lastModifiedBy>HONG Vito</cp:lastModifiedBy>
  <cp:revision>4</cp:revision>
  <dcterms:created xsi:type="dcterms:W3CDTF">2020-06-28T08:04:08Z</dcterms:created>
  <dcterms:modified xsi:type="dcterms:W3CDTF">2020-06-28T10:08:31Z</dcterms:modified>
</cp:coreProperties>
</file>